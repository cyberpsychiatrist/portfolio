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Personal Pitch — Humphrey Maina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Passionate about technology and innovation</a:t>
            </a:r>
          </a:p>
          <a:p>
            <a:r>
              <a:t>• Currently pursuing AI for Software Engineering at Mount Kenya University</a:t>
            </a:r>
          </a:p>
          <a:p>
            <a:r>
              <a:t>• Power Learn Project Africa scholar</a:t>
            </a:r>
          </a:p>
          <a:p>
            <a:r>
              <a:t>• Strong interest in Data Science, Machine Learning, and real-world AI solutions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Skills &amp; Projects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Programming: Python, SQL, TensorFlow, Pandas</a:t>
            </a:r>
          </a:p>
          <a:p>
            <a:r>
              <a:t>• Data Analysis &amp; Visualization: Power BI, Matplotlib, Excel</a:t>
            </a:r>
          </a:p>
          <a:p>
            <a:r>
              <a:t>• AI &amp; ML: Model development, data preprocessing, automation</a:t>
            </a:r>
          </a:p>
          <a:p>
            <a:r>
              <a:t>• Coursework and hands-on projects in AI applications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 &amp;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Aspire to become a leading Data Scientist in Africa</a:t>
            </a:r>
          </a:p>
          <a:p>
            <a:r>
              <a:t>• Apply AI to solve challenges in education, healthcare, and sustainability</a:t>
            </a:r>
          </a:p>
          <a:p>
            <a:r>
              <a:t>• Commit to continuous learning, collaboration, and innovation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